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RoleFoundry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角色鍛造師 — 快速鍛造高品質角色 Repo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Coding Agent 真正理解角色的思考方式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為什麼需要 RoleFoundry？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模板填充症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角色設定只填了欄位，但缺乏靈魂與判斷力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55448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孤島角色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角色無法與其他 Repo 協作，缺少介面定義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品質不穩定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沒有 examples，Agent 產出像開盲盒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v2 角色 Repo 架構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.ai/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1752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principles · knowledge · memory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技能定義 + examples + checklist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精簡注入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381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3438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角色原型 + 預設技能素材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96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_collab/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4096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跨角色協作中樞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2926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設計哲學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= 思考方式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不只是模板填充，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而是封裝角色獨特的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判斷框架與決策原則。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內建技能一覽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role-bootstrap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從零建立角色 Repo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4630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46304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identity-forge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鍛造角色身份與原則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6304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skill-author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結構化撰寫新技能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1752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repo-healthcheck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品質自動檢查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0175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301752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interface-wiring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Repo 介面配線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017520"/>
            <a:ext cx="54864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catalog-update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更新角色原型目錄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五大核心信念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角色先於技能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先確立思考方式，再設計能做什麼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66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具體勝過完整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066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個具體 Skill 好過 10 個空泛 Skill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迭代是設計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初始目標是「能跑」，不是「完美」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判斷力不可模板化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456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principles.md 必須量身打造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介面即契約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41513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exports/imports 發布後不可任意修改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開始鍛造你的角色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執行 role-bootstrap 技能，建立角色 Repo 骨架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用 identity-forge 鍛造角色身份與決策原則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用 skill-author 撰寫第一個可執行技能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用 repo-healthcheck 驗證產出品質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 Repo 同時是工具與示範 — 每次鍛造都是框架的活見證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RoleFoundry — 角色鍛造師</dc:title>
  <dc:subject>PptxGenJS Presentation</dc:subject>
  <dc:creator>RoleFoundry</dc:creator>
  <cp:lastModifiedBy>RoleFoundry</cp:lastModifiedBy>
  <cp:revision>1</cp:revision>
  <dcterms:created xsi:type="dcterms:W3CDTF">2026-03-10T15:27:12Z</dcterms:created>
  <dcterms:modified xsi:type="dcterms:W3CDTF">2026-03-10T15:27:12Z</dcterms:modified>
</cp:coreProperties>
</file>